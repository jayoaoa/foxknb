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6" r:id="rId5"/>
    <p:sldId id="258" r:id="rId6"/>
    <p:sldId id="267" r:id="rId7"/>
    <p:sldId id="260" r:id="rId8"/>
    <p:sldId id="261" r:id="rId9"/>
    <p:sldId id="262" r:id="rId10"/>
    <p:sldId id="263" r:id="rId11"/>
    <p:sldId id="264" r:id="rId12"/>
    <p:sldId id="265" r:id="rId13"/>
    <p:sldId id="268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8E279CC-02E7-48FF-B03E-EDD5D46A822F}">
          <p14:sldIdLst>
            <p14:sldId id="256"/>
            <p14:sldId id="259"/>
            <p14:sldId id="257"/>
            <p14:sldId id="266"/>
            <p14:sldId id="258"/>
            <p14:sldId id="267"/>
            <p14:sldId id="260"/>
            <p14:sldId id="261"/>
            <p14:sldId id="262"/>
            <p14:sldId id="263"/>
            <p14:sldId id="264"/>
            <p14:sldId id="265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F27D-666A-4F09-A070-BE9421C758F1}" type="datetimeFigureOut">
              <a:rPr lang="zh-TW" altLang="en-US" smtClean="0"/>
              <a:t>2018/9/10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CEA6-F8EB-49EA-BE9E-C76846BAA3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F27D-666A-4F09-A070-BE9421C758F1}" type="datetimeFigureOut">
              <a:rPr lang="zh-TW" altLang="en-US" smtClean="0"/>
              <a:t>2018/9/10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CEA6-F8EB-49EA-BE9E-C76846BAA3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3303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F27D-666A-4F09-A070-BE9421C758F1}" type="datetimeFigureOut">
              <a:rPr lang="zh-TW" altLang="en-US" smtClean="0"/>
              <a:t>2018/9/10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CEA6-F8EB-49EA-BE9E-C76846BAA3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726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F27D-666A-4F09-A070-BE9421C758F1}" type="datetimeFigureOut">
              <a:rPr lang="zh-TW" altLang="en-US" smtClean="0"/>
              <a:t>2018/9/10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CEA6-F8EB-49EA-BE9E-C76846BAA3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056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F27D-666A-4F09-A070-BE9421C758F1}" type="datetimeFigureOut">
              <a:rPr lang="zh-TW" altLang="en-US" smtClean="0"/>
              <a:t>2018/9/10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CEA6-F8EB-49EA-BE9E-C76846BAA3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282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F27D-666A-4F09-A070-BE9421C758F1}" type="datetimeFigureOut">
              <a:rPr lang="zh-TW" altLang="en-US" smtClean="0"/>
              <a:t>2018/9/10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CEA6-F8EB-49EA-BE9E-C76846BAA3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281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F27D-666A-4F09-A070-BE9421C758F1}" type="datetimeFigureOut">
              <a:rPr lang="zh-TW" altLang="en-US" smtClean="0"/>
              <a:t>2018/9/10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CEA6-F8EB-49EA-BE9E-C76846BAA3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40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F27D-666A-4F09-A070-BE9421C758F1}" type="datetimeFigureOut">
              <a:rPr lang="zh-TW" altLang="en-US" smtClean="0"/>
              <a:t>2018/9/10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CEA6-F8EB-49EA-BE9E-C76846BAA3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801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F27D-666A-4F09-A070-BE9421C758F1}" type="datetimeFigureOut">
              <a:rPr lang="zh-TW" altLang="en-US" smtClean="0"/>
              <a:t>2018/9/10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CEA6-F8EB-49EA-BE9E-C76846BAA3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749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F27D-666A-4F09-A070-BE9421C758F1}" type="datetimeFigureOut">
              <a:rPr lang="zh-TW" altLang="en-US" smtClean="0"/>
              <a:t>2018/9/10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CEA6-F8EB-49EA-BE9E-C76846BAA3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8153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F27D-666A-4F09-A070-BE9421C758F1}" type="datetimeFigureOut">
              <a:rPr lang="zh-TW" altLang="en-US" smtClean="0"/>
              <a:t>2018/9/10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CEA6-F8EB-49EA-BE9E-C76846BAA3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9886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9F27D-666A-4F09-A070-BE9421C758F1}" type="datetimeFigureOut">
              <a:rPr lang="zh-TW" altLang="en-US" smtClean="0"/>
              <a:t>2018/9/10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3CEA6-F8EB-49EA-BE9E-C76846BAA3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054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errit.bmc-ks.xyz/" TargetMode="External"/><Relationship Id="rId2" Type="http://schemas.openxmlformats.org/officeDocument/2006/relationships/hyperlink" Target="https://data.bmc-ks.xyz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bmc-ks.xyz/#Setup%20Git%20Environment" TargetMode="External"/><Relationship Id="rId2" Type="http://schemas.openxmlformats.org/officeDocument/2006/relationships/hyperlink" Target="https://data.bmc-ks.xyz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gerrit.bmc-ks.xyz/#/settings/ssh-key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bmc-ks.xyz/#Setup%20OpenGPG" TargetMode="External"/><Relationship Id="rId2" Type="http://schemas.openxmlformats.org/officeDocument/2006/relationships/hyperlink" Target="https://data.bmc-ks.xy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errit.bmc-ks.xyz/#/settings/gpg-key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errit.bmc-ks.xyz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KS </a:t>
            </a:r>
            <a:r>
              <a:rPr lang="en-US" altLang="zh-TW" dirty="0" err="1" smtClean="0"/>
              <a:t>git</a:t>
            </a:r>
            <a:r>
              <a:rPr lang="en-US" altLang="zh-TW"/>
              <a:t> </a:t>
            </a:r>
            <a:r>
              <a:rPr lang="en-US" altLang="zh-TW" smtClean="0"/>
              <a:t>configure </a:t>
            </a:r>
            <a:r>
              <a:rPr lang="en-US" altLang="zh-TW" dirty="0" smtClean="0"/>
              <a:t>and guide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Edward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8202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KS BMC start </a:t>
            </a:r>
            <a:r>
              <a:rPr lang="en-US" altLang="zh-TW" dirty="0" smtClean="0"/>
              <a:t>guide</a:t>
            </a:r>
            <a:endParaRPr lang="en-US" altLang="zh-TW" dirty="0" smtClean="0"/>
          </a:p>
          <a:p>
            <a:pPr lvl="1"/>
            <a:r>
              <a:rPr lang="en-US" altLang="zh-TW" dirty="0" smtClean="0">
                <a:hlinkClick r:id="rId2"/>
              </a:rPr>
              <a:t>https://data.bmc-ks.xyz/</a:t>
            </a:r>
            <a:endParaRPr lang="en-US" altLang="zh-TW" dirty="0" smtClean="0"/>
          </a:p>
          <a:p>
            <a:r>
              <a:rPr lang="en-US" altLang="zh-TW" dirty="0" err="1" smtClean="0"/>
              <a:t>Gerrit</a:t>
            </a:r>
            <a:r>
              <a:rPr lang="en-US" altLang="zh-TW" dirty="0" smtClean="0"/>
              <a:t> code review site</a:t>
            </a:r>
          </a:p>
          <a:p>
            <a:pPr lvl="1"/>
            <a:r>
              <a:rPr lang="en-US" altLang="zh-TW" dirty="0" smtClean="0">
                <a:hlinkClick r:id="rId3"/>
              </a:rPr>
              <a:t>https://gerrit.bmc-ks.xyz/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265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1. Setup </a:t>
            </a:r>
            <a:r>
              <a:rPr lang="en-US" altLang="zh-TW" dirty="0" err="1"/>
              <a:t>Git</a:t>
            </a:r>
            <a:r>
              <a:rPr lang="en-US" altLang="zh-TW" dirty="0"/>
              <a:t> Environment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Purpose: To </a:t>
            </a:r>
            <a:r>
              <a:rPr lang="en-US" altLang="zh-TW" dirty="0" smtClean="0">
                <a:solidFill>
                  <a:srgbClr val="FF0000"/>
                </a:solidFill>
              </a:rPr>
              <a:t>clone/pull/fetch</a:t>
            </a:r>
            <a:r>
              <a:rPr lang="en-US" altLang="zh-TW" dirty="0" smtClean="0"/>
              <a:t> source code from KS </a:t>
            </a:r>
            <a:r>
              <a:rPr lang="en-US" altLang="zh-TW" dirty="0" err="1" smtClean="0"/>
              <a:t>git</a:t>
            </a:r>
            <a:r>
              <a:rPr lang="en-US" altLang="zh-TW" dirty="0" smtClean="0"/>
              <a:t> server</a:t>
            </a:r>
          </a:p>
          <a:p>
            <a:r>
              <a:rPr lang="en-US" altLang="zh-TW" dirty="0" smtClean="0"/>
              <a:t>Refer to </a:t>
            </a:r>
            <a:r>
              <a:rPr lang="en-US" altLang="zh-TW" dirty="0" smtClean="0">
                <a:hlinkClick r:id="rId2"/>
              </a:rPr>
              <a:t>https://data.bmc-ks.xyz/</a:t>
            </a:r>
            <a:endParaRPr lang="en-US" altLang="zh-TW" dirty="0" smtClean="0"/>
          </a:p>
          <a:p>
            <a:pPr lvl="1"/>
            <a:r>
              <a:rPr lang="en-US" altLang="zh-TW" dirty="0" smtClean="0">
                <a:hlinkClick r:id="rId3"/>
              </a:rPr>
              <a:t>Setup </a:t>
            </a:r>
            <a:r>
              <a:rPr lang="en-US" altLang="zh-TW" dirty="0" err="1" smtClean="0">
                <a:hlinkClick r:id="rId3"/>
              </a:rPr>
              <a:t>Git</a:t>
            </a:r>
            <a:r>
              <a:rPr lang="en-US" altLang="zh-TW" dirty="0" smtClean="0">
                <a:hlinkClick r:id="rId3"/>
              </a:rPr>
              <a:t> Environment</a:t>
            </a:r>
            <a:endParaRPr lang="en-US" altLang="zh-TW" dirty="0" smtClean="0"/>
          </a:p>
          <a:p>
            <a:r>
              <a:rPr lang="en-US" altLang="zh-TW" dirty="0" smtClean="0"/>
              <a:t>Upload SSH key</a:t>
            </a:r>
          </a:p>
          <a:p>
            <a:pPr lvl="1"/>
            <a:r>
              <a:rPr lang="en-US" altLang="zh-TW" dirty="0" smtClean="0">
                <a:hlinkClick r:id="rId4"/>
              </a:rPr>
              <a:t>https://gerrit.bmc-ks.xyz/#/settings/ssh-keys</a:t>
            </a:r>
            <a:endParaRPr lang="en-US" altLang="zh-TW" dirty="0" smtClean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941168"/>
            <a:ext cx="6408712" cy="1860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489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1. Setup </a:t>
            </a:r>
            <a:r>
              <a:rPr lang="en-US" altLang="zh-TW" dirty="0" err="1"/>
              <a:t>Git</a:t>
            </a:r>
            <a:r>
              <a:rPr lang="en-US" altLang="zh-TW" dirty="0"/>
              <a:t> </a:t>
            </a:r>
            <a:r>
              <a:rPr lang="en-US" altLang="zh-TW" dirty="0" smtClean="0"/>
              <a:t>Environment</a:t>
            </a:r>
            <a:r>
              <a:rPr lang="zh-TW" altLang="en-US" dirty="0" smtClean="0"/>
              <a:t> </a:t>
            </a:r>
            <a:r>
              <a:rPr lang="en-US" altLang="zh-TW" dirty="0"/>
              <a:t>(cont.)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63131"/>
            <a:ext cx="3856037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12241"/>
            <a:ext cx="7776864" cy="366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48137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SSH key example</a:t>
            </a:r>
          </a:p>
        </p:txBody>
      </p:sp>
      <p:sp>
        <p:nvSpPr>
          <p:cNvPr id="9" name="內容版面配置區 2"/>
          <p:cNvSpPr txBox="1">
            <a:spLocks/>
          </p:cNvSpPr>
          <p:nvPr/>
        </p:nvSpPr>
        <p:spPr>
          <a:xfrm>
            <a:off x="446856" y="2708138"/>
            <a:ext cx="8229600" cy="54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err="1" smtClean="0"/>
              <a:t>Git</a:t>
            </a:r>
            <a:r>
              <a:rPr lang="en-US" altLang="zh-TW" dirty="0" smtClean="0"/>
              <a:t> settings example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712940"/>
            <a:ext cx="2881313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內容版面配置區 2"/>
          <p:cNvSpPr txBox="1">
            <a:spLocks/>
          </p:cNvSpPr>
          <p:nvPr/>
        </p:nvSpPr>
        <p:spPr>
          <a:xfrm>
            <a:off x="470848" y="4149080"/>
            <a:ext cx="8229600" cy="54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/>
              <a:t>SSH </a:t>
            </a:r>
            <a:r>
              <a:rPr lang="en-US" altLang="zh-TW" dirty="0" err="1" smtClean="0"/>
              <a:t>config</a:t>
            </a:r>
            <a:r>
              <a:rPr lang="en-US" altLang="zh-TW" dirty="0" smtClean="0"/>
              <a:t> example </a:t>
            </a:r>
            <a:r>
              <a:rPr lang="en-US" altLang="zh-TW" dirty="0" smtClean="0">
                <a:solidFill>
                  <a:srgbClr val="FF0000"/>
                </a:solidFill>
              </a:rPr>
              <a:t>(important!!!!!)</a:t>
            </a:r>
          </a:p>
        </p:txBody>
      </p:sp>
    </p:spTree>
    <p:extLst>
      <p:ext uri="{BB962C8B-B14F-4D97-AF65-F5344CB8AC3E}">
        <p14:creationId xmlns:p14="http://schemas.microsoft.com/office/powerpoint/2010/main" val="2132614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2. Setup </a:t>
            </a:r>
            <a:r>
              <a:rPr lang="en-US" altLang="zh-TW" dirty="0" err="1"/>
              <a:t>OpenGPG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Purpose: To </a:t>
            </a:r>
            <a:r>
              <a:rPr lang="en-US" altLang="zh-TW" dirty="0" smtClean="0">
                <a:solidFill>
                  <a:srgbClr val="FF0000"/>
                </a:solidFill>
              </a:rPr>
              <a:t>commit/push</a:t>
            </a:r>
            <a:r>
              <a:rPr lang="en-US" altLang="zh-TW" dirty="0" smtClean="0"/>
              <a:t> code to KS </a:t>
            </a:r>
            <a:r>
              <a:rPr lang="en-US" altLang="zh-TW" dirty="0" err="1" smtClean="0"/>
              <a:t>git</a:t>
            </a:r>
            <a:r>
              <a:rPr lang="en-US" altLang="zh-TW" dirty="0" smtClean="0"/>
              <a:t> serve</a:t>
            </a:r>
          </a:p>
          <a:p>
            <a:r>
              <a:rPr lang="en-US" altLang="zh-TW" dirty="0" smtClean="0"/>
              <a:t>Refer to </a:t>
            </a:r>
            <a:r>
              <a:rPr lang="en-US" altLang="zh-TW" dirty="0" smtClean="0">
                <a:hlinkClick r:id="rId2"/>
              </a:rPr>
              <a:t>https://data.bmc-ks.xyz/</a:t>
            </a:r>
            <a:endParaRPr lang="en-US" altLang="zh-TW" dirty="0" smtClean="0"/>
          </a:p>
          <a:p>
            <a:pPr lvl="1"/>
            <a:r>
              <a:rPr lang="en-US" altLang="zh-TW" u="sng" dirty="0">
                <a:hlinkClick r:id="rId3"/>
              </a:rPr>
              <a:t>Setup </a:t>
            </a:r>
            <a:r>
              <a:rPr lang="en-US" altLang="zh-TW" u="sng" dirty="0" err="1" smtClean="0">
                <a:hlinkClick r:id="rId3"/>
              </a:rPr>
              <a:t>OpenGPG</a:t>
            </a:r>
            <a:endParaRPr lang="en-US" altLang="zh-TW" u="sng" dirty="0"/>
          </a:p>
          <a:p>
            <a:r>
              <a:rPr lang="en-US" altLang="zh-TW" dirty="0" smtClean="0"/>
              <a:t>Upload GPG key</a:t>
            </a:r>
          </a:p>
          <a:p>
            <a:pPr lvl="1"/>
            <a:r>
              <a:rPr lang="en-US" altLang="zh-TW" dirty="0" smtClean="0">
                <a:hlinkClick r:id="rId4"/>
              </a:rPr>
              <a:t>https://gerrit.bmc-ks.xyz/#/settings/gpg-keys</a:t>
            </a:r>
            <a:endParaRPr lang="en-US" altLang="zh-TW" dirty="0" smtClean="0"/>
          </a:p>
          <a:p>
            <a:pPr marL="457200" lvl="1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104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2. Setup </a:t>
            </a:r>
            <a:r>
              <a:rPr lang="en-US" altLang="zh-TW" dirty="0" err="1" smtClean="0"/>
              <a:t>OpenGPG</a:t>
            </a:r>
            <a:r>
              <a:rPr lang="en-US" altLang="zh-TW" dirty="0" smtClean="0"/>
              <a:t> (cont.)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29408"/>
            <a:ext cx="596741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8137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GPG key example</a:t>
            </a:r>
          </a:p>
        </p:txBody>
      </p:sp>
      <p:sp>
        <p:nvSpPr>
          <p:cNvPr id="9" name="內容版面配置區 2"/>
          <p:cNvSpPr txBox="1">
            <a:spLocks/>
          </p:cNvSpPr>
          <p:nvPr/>
        </p:nvSpPr>
        <p:spPr>
          <a:xfrm>
            <a:off x="467544" y="2473864"/>
            <a:ext cx="8229600" cy="54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err="1" smtClean="0"/>
              <a:t>Git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config</a:t>
            </a:r>
            <a:r>
              <a:rPr lang="en-US" altLang="zh-TW" dirty="0" smtClean="0"/>
              <a:t> example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953544"/>
            <a:ext cx="4906963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971600" y="2017440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2123728" y="3745632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1124000" y="4105672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124000" y="4371005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11" y="4941168"/>
            <a:ext cx="6849393" cy="182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直線接點 16"/>
          <p:cNvCxnSpPr/>
          <p:nvPr/>
        </p:nvCxnSpPr>
        <p:spPr>
          <a:xfrm>
            <a:off x="585312" y="5301208"/>
            <a:ext cx="63629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內容版面配置區 2"/>
          <p:cNvSpPr txBox="1">
            <a:spLocks/>
          </p:cNvSpPr>
          <p:nvPr/>
        </p:nvSpPr>
        <p:spPr>
          <a:xfrm>
            <a:off x="518864" y="4393031"/>
            <a:ext cx="8229600" cy="54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/>
              <a:t>GPG key </a:t>
            </a:r>
            <a:r>
              <a:rPr lang="en-US" altLang="zh-TW" dirty="0" err="1" smtClean="0"/>
              <a:t>oploaded</a:t>
            </a:r>
            <a:r>
              <a:rPr lang="en-US" altLang="zh-TW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2671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3. Clone C2050 from KS </a:t>
            </a:r>
            <a:r>
              <a:rPr lang="en-US" altLang="zh-TW" dirty="0" err="1" smtClean="0"/>
              <a:t>git</a:t>
            </a:r>
            <a:r>
              <a:rPr lang="en-US" altLang="zh-TW" dirty="0" smtClean="0"/>
              <a:t> server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76672"/>
          </a:xfrm>
        </p:spPr>
        <p:txBody>
          <a:bodyPr/>
          <a:lstStyle/>
          <a:p>
            <a:r>
              <a:rPr lang="en-US" altLang="zh-TW" dirty="0" err="1" smtClean="0"/>
              <a:t>git</a:t>
            </a:r>
            <a:r>
              <a:rPr lang="en-US" altLang="zh-TW" dirty="0" smtClean="0"/>
              <a:t> clone ssh://BMC/others/microsoft/c2050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48880"/>
            <a:ext cx="5341937" cy="142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4003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4. Push C2050 to KS </a:t>
            </a:r>
            <a:r>
              <a:rPr lang="en-US" altLang="zh-TW" dirty="0" err="1" smtClean="0"/>
              <a:t>gerrit</a:t>
            </a:r>
            <a:r>
              <a:rPr lang="en-US" altLang="zh-TW" dirty="0" smtClean="0"/>
              <a:t> server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git</a:t>
            </a:r>
            <a:r>
              <a:rPr lang="en-US" altLang="zh-TW" dirty="0" smtClean="0"/>
              <a:t> push origin </a:t>
            </a:r>
            <a:r>
              <a:rPr lang="en-US" altLang="zh-TW" dirty="0" err="1" smtClean="0"/>
              <a:t>HEAD:refs</a:t>
            </a:r>
            <a:r>
              <a:rPr lang="en-US" altLang="zh-TW" dirty="0" smtClean="0"/>
              <a:t>/for/master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76872"/>
            <a:ext cx="5341937" cy="201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28" y="4392512"/>
            <a:ext cx="80772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8943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5. Check the commit on </a:t>
            </a:r>
            <a:r>
              <a:rPr lang="en-US" altLang="zh-TW" dirty="0" err="1" smtClean="0"/>
              <a:t>gerrit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132856"/>
            <a:ext cx="8615340" cy="3901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51520" y="1758980"/>
            <a:ext cx="2490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hlinkClick r:id="rId3"/>
              </a:rPr>
              <a:t>https://gerrit.bmc-ks.xyz</a:t>
            </a:r>
            <a:endParaRPr lang="en-US" altLang="zh-TW" dirty="0" smtClean="0"/>
          </a:p>
        </p:txBody>
      </p:sp>
      <p:sp>
        <p:nvSpPr>
          <p:cNvPr id="6" name="矩形 5"/>
          <p:cNvSpPr/>
          <p:nvPr/>
        </p:nvSpPr>
        <p:spPr>
          <a:xfrm>
            <a:off x="251520" y="2132856"/>
            <a:ext cx="57606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403920" y="3068960"/>
            <a:ext cx="841655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50960" y="2348880"/>
            <a:ext cx="57606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4063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5. Check the commit on </a:t>
            </a:r>
            <a:r>
              <a:rPr lang="en-US" altLang="zh-TW" dirty="0" err="1" smtClean="0"/>
              <a:t>gerrit</a:t>
            </a:r>
            <a:r>
              <a:rPr lang="en-US" altLang="zh-TW" dirty="0" smtClean="0"/>
              <a:t> (cont.)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1484784"/>
            <a:ext cx="8235950" cy="476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矩形 15"/>
          <p:cNvSpPr/>
          <p:nvPr/>
        </p:nvSpPr>
        <p:spPr>
          <a:xfrm>
            <a:off x="4499992" y="4905164"/>
            <a:ext cx="576064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4499992" y="4535832"/>
            <a:ext cx="475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You can edit files &amp; commit </a:t>
            </a:r>
            <a:r>
              <a:rPr lang="en-US" altLang="zh-TW" dirty="0" err="1" smtClean="0">
                <a:solidFill>
                  <a:srgbClr val="0000FF"/>
                </a:solidFill>
              </a:rPr>
              <a:t>msg</a:t>
            </a:r>
            <a:r>
              <a:rPr lang="en-US" altLang="zh-TW" dirty="0" smtClean="0">
                <a:solidFill>
                  <a:srgbClr val="0000FF"/>
                </a:solidFill>
              </a:rPr>
              <a:t> online if needed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54024" y="5208224"/>
            <a:ext cx="6710263" cy="381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694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5. Check the commit on </a:t>
            </a:r>
            <a:r>
              <a:rPr lang="en-US" altLang="zh-TW" dirty="0" err="1" smtClean="0"/>
              <a:t>gerrit</a:t>
            </a:r>
            <a:r>
              <a:rPr lang="en-US" altLang="zh-TW" dirty="0" smtClean="0"/>
              <a:t> (cont.)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1484784"/>
            <a:ext cx="8235950" cy="476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65" y="5311155"/>
            <a:ext cx="3132137" cy="9747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452865" y="6285880"/>
            <a:ext cx="536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+2 = Review completed = Commit will push to </a:t>
            </a:r>
            <a:r>
              <a:rPr lang="en-US" altLang="zh-TW" dirty="0" err="1" smtClean="0">
                <a:solidFill>
                  <a:srgbClr val="0000FF"/>
                </a:solidFill>
              </a:rPr>
              <a:t>git</a:t>
            </a:r>
            <a:r>
              <a:rPr lang="en-US" altLang="zh-TW" dirty="0" smtClean="0">
                <a:solidFill>
                  <a:srgbClr val="0000FF"/>
                </a:solidFill>
              </a:rPr>
              <a:t> server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04048" y="3897282"/>
            <a:ext cx="3632212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/>
          <p:cNvCxnSpPr>
            <a:stCxn id="8" idx="2"/>
            <a:endCxn id="4098" idx="3"/>
          </p:cNvCxnSpPr>
          <p:nvPr/>
        </p:nvCxnSpPr>
        <p:spPr>
          <a:xfrm flipH="1">
            <a:off x="3585002" y="4473346"/>
            <a:ext cx="3235152" cy="13251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806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5. Check the commit on </a:t>
            </a:r>
            <a:r>
              <a:rPr lang="en-US" altLang="zh-TW" dirty="0" err="1" smtClean="0"/>
              <a:t>gerrit</a:t>
            </a:r>
            <a:r>
              <a:rPr lang="en-US" altLang="zh-TW" dirty="0" smtClean="0"/>
              <a:t> (cont.)</a:t>
            </a:r>
            <a:endParaRPr lang="zh-TW" alt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668" y="1759879"/>
            <a:ext cx="6736664" cy="4206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1835696" y="1484784"/>
            <a:ext cx="4353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To check if commit already push to </a:t>
            </a:r>
            <a:r>
              <a:rPr lang="en-US" altLang="zh-TW" dirty="0" err="1" smtClean="0">
                <a:solidFill>
                  <a:srgbClr val="0000FF"/>
                </a:solidFill>
              </a:rPr>
              <a:t>git</a:t>
            </a:r>
            <a:r>
              <a:rPr lang="en-US" altLang="zh-TW" dirty="0" smtClean="0">
                <a:solidFill>
                  <a:srgbClr val="0000FF"/>
                </a:solidFill>
              </a:rPr>
              <a:t> server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35696" y="1988840"/>
            <a:ext cx="648072" cy="233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6713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6. Sync VTVS commit to 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sz="2000" dirty="0" smtClean="0"/>
              <a:t>In the folder which </a:t>
            </a:r>
            <a:r>
              <a:rPr lang="en-US" altLang="zh-TW" sz="2000" dirty="0"/>
              <a:t>clone</a:t>
            </a:r>
            <a:r>
              <a:rPr lang="en-US" altLang="zh-TW" sz="2000" dirty="0" smtClean="0"/>
              <a:t> from </a:t>
            </a:r>
            <a:r>
              <a:rPr lang="en-US" altLang="zh-TW" sz="2000" dirty="0"/>
              <a:t>ssh://</a:t>
            </a:r>
            <a:r>
              <a:rPr lang="en-US" altLang="zh-TW" sz="2000" dirty="0" smtClean="0"/>
              <a:t>BMC/others/microsoft/c2050</a:t>
            </a:r>
          </a:p>
          <a:p>
            <a:pPr marL="0" indent="0">
              <a:buNone/>
            </a:pPr>
            <a:endParaRPr lang="en-US" altLang="zh-TW" sz="2000" dirty="0" smtClean="0"/>
          </a:p>
          <a:p>
            <a:pPr marL="0" indent="0">
              <a:buNone/>
            </a:pPr>
            <a:r>
              <a:rPr lang="en-US" altLang="zh-TW" sz="2000" dirty="0" smtClean="0"/>
              <a:t>[</a:t>
            </a:r>
            <a:r>
              <a:rPr lang="en-US" altLang="zh-TW" sz="2000" dirty="0" smtClean="0"/>
              <a:t>Add and switch to VTVS </a:t>
            </a:r>
            <a:r>
              <a:rPr lang="en-US" altLang="zh-TW" sz="2000" dirty="0" smtClean="0"/>
              <a:t>C2050 master</a:t>
            </a:r>
            <a:r>
              <a:rPr lang="en-US" altLang="zh-TW" sz="2000" dirty="0" smtClean="0"/>
              <a:t>]</a:t>
            </a:r>
          </a:p>
          <a:p>
            <a:pPr marL="0" indent="0">
              <a:buNone/>
            </a:pPr>
            <a:r>
              <a:rPr lang="en-US" altLang="zh-TW" sz="2000" dirty="0" smtClean="0"/>
              <a:t>1. </a:t>
            </a:r>
            <a:r>
              <a:rPr lang="en-US" altLang="zh-TW" sz="2000" dirty="0" err="1" smtClean="0"/>
              <a:t>git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remote add </a:t>
            </a:r>
            <a:r>
              <a:rPr lang="en-US" altLang="zh-TW" sz="2000" dirty="0" err="1"/>
              <a:t>msft</a:t>
            </a:r>
            <a:r>
              <a:rPr lang="en-US" altLang="zh-TW" sz="2000" dirty="0"/>
              <a:t> https://azurecsi.visualstudio.com/C2050/_git/BMC</a:t>
            </a:r>
          </a:p>
          <a:p>
            <a:pPr marL="0" indent="0">
              <a:buNone/>
            </a:pPr>
            <a:r>
              <a:rPr lang="en-US" altLang="zh-TW" sz="2000" dirty="0" smtClean="0"/>
              <a:t>2. </a:t>
            </a:r>
            <a:r>
              <a:rPr lang="en-US" altLang="zh-TW" sz="2000" dirty="0" err="1" smtClean="0"/>
              <a:t>git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fetch </a:t>
            </a:r>
            <a:r>
              <a:rPr lang="en-US" altLang="zh-TW" sz="2000" dirty="0" err="1" smtClean="0"/>
              <a:t>msft</a:t>
            </a:r>
            <a:endParaRPr lang="en-US" altLang="zh-TW" sz="2000" dirty="0" smtClean="0"/>
          </a:p>
          <a:p>
            <a:pPr marL="0" indent="0">
              <a:buNone/>
            </a:pPr>
            <a:r>
              <a:rPr lang="en-US" altLang="zh-TW" sz="2000" dirty="0" smtClean="0"/>
              <a:t>3. </a:t>
            </a:r>
            <a:r>
              <a:rPr lang="en-US" altLang="zh-TW" sz="2000" dirty="0" err="1" smtClean="0"/>
              <a:t>git</a:t>
            </a:r>
            <a:r>
              <a:rPr lang="en-US" altLang="zh-TW" sz="2000" dirty="0" smtClean="0"/>
              <a:t> checkout </a:t>
            </a:r>
            <a:r>
              <a:rPr lang="en-US" altLang="zh-TW" sz="2000" dirty="0" err="1" smtClean="0"/>
              <a:t>msft</a:t>
            </a:r>
            <a:r>
              <a:rPr lang="en-US" altLang="zh-TW" sz="2000" dirty="0" smtClean="0"/>
              <a:t>/master</a:t>
            </a:r>
          </a:p>
          <a:p>
            <a:pPr marL="0" indent="0">
              <a:buNone/>
            </a:pPr>
            <a:r>
              <a:rPr lang="en-US" altLang="zh-TW" sz="2000" dirty="0" smtClean="0"/>
              <a:t>4. </a:t>
            </a:r>
            <a:r>
              <a:rPr lang="en-US" altLang="zh-TW" sz="2000" dirty="0" err="1" smtClean="0"/>
              <a:t>git</a:t>
            </a:r>
            <a:r>
              <a:rPr lang="en-US" altLang="zh-TW" sz="2000" dirty="0" smtClean="0"/>
              <a:t> log 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 smtClean="0"/>
              <a:t>5. Remember the “commit number” you need to sync to KS server</a:t>
            </a:r>
          </a:p>
          <a:p>
            <a:pPr marL="0" indent="0">
              <a:buNone/>
            </a:pPr>
            <a:endParaRPr lang="en-US" altLang="zh-TW" sz="2000" dirty="0" smtClean="0"/>
          </a:p>
          <a:p>
            <a:pPr marL="0" indent="0">
              <a:buNone/>
            </a:pPr>
            <a:r>
              <a:rPr lang="en-US" altLang="zh-TW" sz="2000" dirty="0" smtClean="0"/>
              <a:t>[Switch back to </a:t>
            </a:r>
            <a:r>
              <a:rPr lang="en-US" altLang="zh-TW" sz="2000" smtClean="0"/>
              <a:t>KS </a:t>
            </a:r>
            <a:r>
              <a:rPr lang="en-US" altLang="zh-TW" sz="2000" smtClean="0"/>
              <a:t>C2050 master</a:t>
            </a:r>
            <a:r>
              <a:rPr lang="en-US" altLang="zh-TW" sz="2000" dirty="0" smtClean="0"/>
              <a:t>]</a:t>
            </a:r>
          </a:p>
          <a:p>
            <a:pPr marL="0" indent="0">
              <a:buNone/>
            </a:pPr>
            <a:r>
              <a:rPr lang="en-US" altLang="zh-TW" sz="2000" dirty="0" smtClean="0"/>
              <a:t>1. </a:t>
            </a:r>
            <a:r>
              <a:rPr lang="en-US" altLang="zh-TW" sz="2000" dirty="0" err="1" smtClean="0"/>
              <a:t>git</a:t>
            </a:r>
            <a:r>
              <a:rPr lang="en-US" altLang="zh-TW" sz="2000" dirty="0" smtClean="0"/>
              <a:t> checkout origin/master</a:t>
            </a:r>
          </a:p>
          <a:p>
            <a:pPr marL="0" indent="0">
              <a:buNone/>
            </a:pPr>
            <a:r>
              <a:rPr lang="en-US" altLang="zh-TW" sz="2000" dirty="0" smtClean="0"/>
              <a:t>2. </a:t>
            </a:r>
            <a:r>
              <a:rPr lang="en-US" altLang="zh-TW" sz="2000" dirty="0" err="1" smtClean="0"/>
              <a:t>git</a:t>
            </a:r>
            <a:r>
              <a:rPr lang="en-US" altLang="zh-TW" sz="2000" dirty="0" smtClean="0"/>
              <a:t> cherry-pick [commit number]</a:t>
            </a:r>
          </a:p>
          <a:p>
            <a:pPr marL="0" indent="0">
              <a:buNone/>
            </a:pPr>
            <a:r>
              <a:rPr lang="en-US" altLang="zh-TW" sz="2000" dirty="0" smtClean="0"/>
              <a:t>3. Check if you pick all of the commit from VTVS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you need</a:t>
            </a:r>
          </a:p>
          <a:p>
            <a:pPr marL="0" indent="0">
              <a:buNone/>
            </a:pPr>
            <a:r>
              <a:rPr lang="en-US" altLang="zh-TW" sz="2000" dirty="0" smtClean="0"/>
              <a:t>4. </a:t>
            </a:r>
            <a:r>
              <a:rPr lang="en-US" altLang="zh-TW" sz="2000" dirty="0" err="1"/>
              <a:t>git</a:t>
            </a:r>
            <a:r>
              <a:rPr lang="en-US" altLang="zh-TW" sz="2000" dirty="0"/>
              <a:t> push origin </a:t>
            </a:r>
            <a:r>
              <a:rPr lang="en-US" altLang="zh-TW" sz="2000" dirty="0" err="1" smtClean="0"/>
              <a:t>HEAD:refs</a:t>
            </a:r>
            <a:r>
              <a:rPr lang="en-US" altLang="zh-TW" sz="2000" dirty="0" smtClean="0"/>
              <a:t>/for/master</a:t>
            </a:r>
          </a:p>
          <a:p>
            <a:pPr marL="0" indent="0">
              <a:buNone/>
            </a:pPr>
            <a:r>
              <a:rPr lang="en-US" altLang="zh-TW" sz="2000" dirty="0" smtClean="0"/>
              <a:t>Sync VSTS commit to KS server complete.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861048"/>
            <a:ext cx="37115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092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330</Words>
  <Application>Microsoft Office PowerPoint</Application>
  <PresentationFormat>如螢幕大小 (4:3)</PresentationFormat>
  <Paragraphs>55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KS git configure and guide</vt:lpstr>
      <vt:lpstr>Reference</vt:lpstr>
      <vt:lpstr>1. Setup Git Environment</vt:lpstr>
      <vt:lpstr>1. Setup Git Environment (cont.)</vt:lpstr>
      <vt:lpstr>2. Setup OpenGPG</vt:lpstr>
      <vt:lpstr>2. Setup OpenGPG (cont.)</vt:lpstr>
      <vt:lpstr>3. Clone C2050 from KS git server</vt:lpstr>
      <vt:lpstr>4. Push C2050 to KS gerrit server</vt:lpstr>
      <vt:lpstr>5. Check the commit on gerrit</vt:lpstr>
      <vt:lpstr>5. Check the commit on gerrit (cont.)</vt:lpstr>
      <vt:lpstr>5. Check the commit on gerrit (cont.)</vt:lpstr>
      <vt:lpstr>5. Check the commit on gerrit (cont.)</vt:lpstr>
      <vt:lpstr>6. Sync VTVS commit to 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to use gerrit</dc:title>
  <dc:creator>EdwardAsusNB</dc:creator>
  <cp:lastModifiedBy>EdwardAsusNB</cp:lastModifiedBy>
  <cp:revision>50</cp:revision>
  <dcterms:created xsi:type="dcterms:W3CDTF">2018-09-10T06:34:06Z</dcterms:created>
  <dcterms:modified xsi:type="dcterms:W3CDTF">2018-09-10T08:11:59Z</dcterms:modified>
</cp:coreProperties>
</file>